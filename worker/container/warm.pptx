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/>
    </p:titleStyle>
    <p:bodyStyle>
      <a:lvl1pPr/>
    </p:bodyStyle>
    <p:otherStyle>
      <a:lvl1pPr/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0"/>
            <a:ext cx="9144000" cy="114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1D4ED8"/>
                </a:solidFill>
              </a:rPr>
              <a:t>PrintxPDF converter is warm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ntxPDF">
  <a:themeElements>
    <a:clrScheme name="PrintxPDF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4ED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intxPDF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intxPDF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PrintxPDF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PrintxPDF warm-up</dc:title>
  <dc:creator>PrintxPDF</dc:creator>
  <dcterms:created xsi:type="dcterms:W3CDTF">2026-01-01T00:00:00Z</dcterms:created>
</cp:coreProperties>
</file>